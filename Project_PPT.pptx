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Urbanist" panose="020B0604020202020204" charset="0"/>
      <p:regular r:id="rId29"/>
      <p:bold r:id="rId30"/>
      <p:italic r:id="rId31"/>
      <p:boldItalic r:id="rId32"/>
    </p:embeddedFont>
    <p:embeddedFont>
      <p:font typeface="JetBrains Mono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9f6f7634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a9f6f7634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9f6f7634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a9f6f7634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9f6f76347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a9f6f7634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9f6f7634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a9f6f7634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9f6f7634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a9f6f7634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75" y="118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5288" y="3339554"/>
            <a:ext cx="11381422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BikeBecho</a:t>
            </a:r>
            <a:r>
              <a:rPr lang="en-US" sz="54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.com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05288" y="4257675"/>
            <a:ext cx="11381422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From Concept to Code: A Full Walkthrough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2291804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76275" y="3094583"/>
            <a:ext cx="53906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Part 1: Project Overview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381750" y="2870745"/>
            <a:ext cx="53906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Part 2: Technical Deep Dive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09650" y="3566963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Project Goals &amp; Concept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9650" y="4014638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Visual Identity &amp; Design System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9650" y="4462313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User Flow &amp; Site Architecture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15125" y="3343126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Architecture: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File Structure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15125" y="3790801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HTML5: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Semantic Structure &amp; Full Code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4238476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CSS3: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Styling, Responsiveness &amp; Full Code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15125" y="4686151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JavaScript: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Validation Logic &amp; Full Code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Presentation Agenda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360506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40527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450041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3812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8289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2765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72425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2048"/>
            <a:ext cx="51339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76275" y="2518320"/>
            <a:ext cx="53906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What is BikeBecho?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6275" y="3028801"/>
            <a:ext cx="51339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BikeBecho is a prototype web platform designed to streamline the process of buying and selling used two-wheelers. It bridges the gap between sellers and potential buyers with a clean, transparent digital interface.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6275" y="4438501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Primary Goal: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To demonstrate a robust front-end architecture using core web technologies without relying on frameworks.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11573"/>
            <a:ext cx="1714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The Concept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1750" y="2111575"/>
            <a:ext cx="5133975" cy="389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446883"/>
            <a:ext cx="3422600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446883"/>
            <a:ext cx="3422600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446883"/>
            <a:ext cx="3422749" cy="312033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62025" y="3408908"/>
            <a:ext cx="299365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HTML5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62025" y="3919388"/>
            <a:ext cx="2851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Provides the semantic structure, accessibility features, and content organization for all pages.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70375" y="3408908"/>
            <a:ext cx="299365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CSS3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70375" y="3919388"/>
            <a:ext cx="285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Handles the visual presentation, responsive layouts, color themes, and interactive hover states.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78725" y="3408908"/>
            <a:ext cx="299381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JavaScript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378725" y="3919388"/>
            <a:ext cx="28512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Powers the client-side logic, specifically handling form submission events and data validation.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78978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0375" y="278978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78725" y="278978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Technology Stack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971204"/>
            <a:ext cx="5133975" cy="2071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980729"/>
            <a:ext cx="51149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676275" y="2542133"/>
            <a:ext cx="53906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Modular Organization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6275" y="3052613"/>
            <a:ext cx="51339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project follows a "Separation of Concerns" methodology. Instead of cluttering HTML with styles and scripts, we maintain distinct files.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81775" y="3542704"/>
            <a:ext cx="4733925" cy="1300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📂 BikeBecho_Root/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├── 📄 index.html    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Homepage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├── 📄 list.html     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Inventory Page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├── 📄 sell.html     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Seller Form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├── 🎨 styles.css    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Global Stylesheet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├── 🖼️ background.jpg 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Hero Asset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└── 🖼️ logo.jpg      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&lt;-- Brand Asset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534150" y="310455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724650" y="310455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915150" y="310455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200900" y="3075979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Directory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09650" y="4119413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Maintainability: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Easy to update styles globally.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09650" y="4567088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Performance: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Browser caches the CSS file.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09650" y="5014763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Readability: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Clean code structure.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1. File Architecture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415751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460518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505286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2048"/>
            <a:ext cx="51339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11573"/>
            <a:ext cx="51149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676275" y="1990725"/>
            <a:ext cx="53906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Semantic Markup Strategy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76275" y="2501205"/>
            <a:ext cx="51339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index.html serves as the entry point. Key strategies used: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76275" y="5606355"/>
            <a:ext cx="5133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↓ Full Code on Next Slide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581775" y="2673548"/>
            <a:ext cx="4733925" cy="1300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"stylesheet"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"styles.css"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"hero"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&gt;Your Ride, Your Rules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65341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7246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9151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7200900" y="2206823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index.html (Snippet)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009650" y="3272730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: Connects the external CSS file, ensuring a clean separation of concerns.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09650" y="4034730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: Contains the Logo and Navigation for consistent site structure.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009650" y="4796730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.hero: A dedicated section for the immersive background image and main call-to-action.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2. HTML Structure (Homepage) - Deep Dive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3108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40728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483483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876300" y="2102197"/>
            <a:ext cx="10439400" cy="4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!DOCTYPE html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charset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"UTF-8"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"viewport"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"width=device-width, initial-scale=1.0"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&gt;BikeBecho - Buy &amp; Sell Used Bikes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"stylesheet"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"styles.css"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"index.html"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src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"logo.jpg"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"BikeBecho Logo"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"logo"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"index.html"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&gt;Home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"list.html"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&gt;View Listed Bikes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"sell.html"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&gt;Sell Your Bike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"#about"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&gt;About Us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"#contact"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&gt;Contact Us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"hero"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&gt;Your Ride, Your Rules: BikeBecho.com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&gt;Connecting passionate riders with their perfect two-wheeler.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"hero-buttons"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"list.html"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&gt;Explore Bikes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"sell.html"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&gt;List Your Bike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1495425" y="1635475"/>
            <a:ext cx="942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index.html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76275" y="374451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index.html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76275" y="1044922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1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1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876300" y="2102197"/>
            <a:ext cx="10439400" cy="26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"container"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"home"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"main-content"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&gt;Welcome to India's Premier Bike Marketplace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&gt;Ready to buy or sell your dream bike? BikeBecho connects buyers and sellers.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"features"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"main-content"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&gt;Why Choose BikeBecho?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&gt;Extensive Listings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&gt;Easy Selling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&gt;© 2025 BikeBecho.com. All rights reserved. Ride Safe.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495425" y="1635472"/>
            <a:ext cx="762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index.html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76275" y="374451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index.html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676275" y="1044922"/>
            <a:ext cx="108396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2048"/>
            <a:ext cx="51339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11573"/>
            <a:ext cx="51149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676275" y="2224087"/>
            <a:ext cx="53906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Visual Mechanics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76275" y="2734567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use CSS to manage the background image effectively for visual appeal and critical text readability.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76275" y="5372992"/>
            <a:ext cx="5133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↓ Full Code on Next Slide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581775" y="2673548"/>
            <a:ext cx="4733925" cy="167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.hero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url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'background.jpg'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center/cover;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relative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.hero::before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rgba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(0, 0, 0, 0.4);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65341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67246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69151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7200900" y="2206823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styles.css (Snippet)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009650" y="3496567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background-size: cover ensures the image fills the screen responsively.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1009650" y="4258567"/>
            <a:ext cx="48006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::before pseudo-element creates a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dark overlay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(40% opacity). This ensures white text is readable against a busy image background.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3. Styling &amp; Theming - Deep Dive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5346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429666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876300" y="2102197"/>
            <a:ext cx="10439400" cy="44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 Base Styles */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font-family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Arial, sans-serif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background-color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#f4f4f4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#333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line-height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1.6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 Header */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background-color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#007bff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10px 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text-align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center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box-shadow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2px 5px rgba(0,0,0,0.2)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 .logo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max-width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height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margin-bottom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 Navigation */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 ul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list-style-type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text-align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center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 ul 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display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inline-block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15px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 ul li 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text-decoration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font-weight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bold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8px 15px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border-radius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transition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background-color 0.3s ease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display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block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 ul li a:hover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background-color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#0056b3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 Hero Section */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.hero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url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'background.jpg'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no-repeat center center/cover;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text-align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center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100px 20px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min-height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relative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box-shadow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inset 0 -5px 10px rgba(0,0,0,0.3)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.hero::before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absolute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left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right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bottom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rgba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(0, 0, 0, 0.4);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z-index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.hero 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.hero 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.hero-buttons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relative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z-index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.hero 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font-size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3em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margin-bottom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text-shadow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2px 2px 4px rgba(0,0,0,0.7)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.hero-buttons 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display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inline-block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background-color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#ffc107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#333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12px 25px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text-decoration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font-weight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bold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border-radius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10px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transition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background-color 0.3s ease, transform 0.2s ease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1495425" y="1635472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styles.css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76275" y="374451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styles.css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676275" y="1044922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1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1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876300" y="2102197"/>
            <a:ext cx="10439400" cy="25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 Container */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.container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width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80%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max-width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1200px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overflow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hidden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40px 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.main-content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margin-bottom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border-radius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box-shadow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0 15px rgba(0, 0, 0, 0.1)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 Bike Card (List Page) */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.bike-card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margin-bottom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border-radius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box-shadow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4px 6px rgba(0, 0, 0, 0.1)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border-left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5px solid #ffc107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.bike-card h3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#dc3545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margin-top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font-size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1.5em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 Form (Sell Page) */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.form-content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border-radius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box-shadow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0 15px rgba(0, 0, 0, 0.1)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input[type="text"], input[type="number"], textarea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width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100%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margin-top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1px solid #ccc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border-radius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input[type="submit"]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background-color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#28a745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12px 20px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border-radius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cursor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pointer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font-size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1.1em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margin-top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 Footer */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background-color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#333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text-align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center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padding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1.5em 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width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100%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margin-top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40px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}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1495425" y="1635475"/>
            <a:ext cx="1008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styles.css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76275" y="374451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styles.css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676275" y="1044922"/>
            <a:ext cx="108396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102048"/>
            <a:ext cx="51339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2111573"/>
            <a:ext cx="51149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876300" y="2673548"/>
            <a:ext cx="4733925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"bike-card"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&gt;Royal Enfield Classic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&gt;Price: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₹1.2L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&gt;Loc: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Bangalore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381750" y="2152650"/>
            <a:ext cx="53906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The Card Component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381750" y="2663130"/>
            <a:ext cx="513397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created a reusable .bike-card class. This modular approach allows us to display 10 or 100 bikes with consistent styling.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6381750" y="5444430"/>
            <a:ext cx="5133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↓ Full Code on Next Slide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828675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1019175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1209675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1495425" y="2206823"/>
            <a:ext cx="1447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list.html (Snippet)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715125" y="3739455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Scalability: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Change CSS once, update all cards.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715125" y="4187130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Shadows: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box-shadow adds depth to separate cards from the background.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715125" y="4949130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Accent Border: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left-border color draws attention.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4. Listing Layout (list.html) - Deep Dive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7775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2252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98723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876300" y="2102197"/>
            <a:ext cx="10439400" cy="4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!DOCTYPE html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charset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"UTF-8"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"viewport"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"width=device-width, initial-scale=1.0"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&gt;Bike Listings - BikeBecho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"stylesheet"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"styles.css"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h1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&gt;View Listed Bikes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h1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"index.html"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&gt;Home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"list.html"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&gt;View Listed Bikes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"sell.html"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&gt;Sell Your Bike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"container"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&gt;Available Two-Wheelers for Sale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"bike-card"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&gt;Hero Splendor iSmart (2020)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&gt;Price: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₹45,000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&gt;Mileage: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15,000 km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&gt;Location: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Mumbai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&gt;Fuel-efficient commuter bike, excellent condition.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1495425" y="1635475"/>
            <a:ext cx="1100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list.html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676275" y="374451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list.html</a:t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676275" y="1044922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1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1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876300" y="2102197"/>
            <a:ext cx="104394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"bike-card"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&gt;Royal Enfield Classic 350 (2018)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h3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&gt;Price: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₹1,20,000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&gt;Mileage: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25,000 km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&gt;Location: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Bangalore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&gt;Timeless classic, well-maintained. Recently serviced.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&gt;© 2025 BikeBecho.com. Ride Safe.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 txBox="1"/>
          <p:nvPr/>
        </p:nvSpPr>
        <p:spPr>
          <a:xfrm>
            <a:off x="1495425" y="1635475"/>
            <a:ext cx="1126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list.html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676275" y="374451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list.html</a:t>
            </a: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676275" y="1044922"/>
            <a:ext cx="108396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2048"/>
            <a:ext cx="51339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11573"/>
            <a:ext cx="51149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/>
          <p:nvPr/>
        </p:nvSpPr>
        <p:spPr>
          <a:xfrm>
            <a:off x="676275" y="1995487"/>
            <a:ext cx="53906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Data Input &amp; Native Validation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676275" y="2505967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form is the interactivity hub. We use specific HTML5 input types to ensure data quality right from the UI level.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676275" y="5601592"/>
            <a:ext cx="5133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↓ Full Code on Next Slide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6581775" y="2673548"/>
            <a:ext cx="4733925" cy="167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"sellBikeForm"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&gt;Model: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"text"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required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&gt;Price (₹):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"number"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"price"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"5000"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"submit"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"List"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27" name="Google Shape;327;p27"/>
          <p:cNvSpPr/>
          <p:nvPr/>
        </p:nvSpPr>
        <p:spPr>
          <a:xfrm>
            <a:off x="65341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67246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69151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 txBox="1"/>
          <p:nvPr/>
        </p:nvSpPr>
        <p:spPr>
          <a:xfrm>
            <a:off x="7200900" y="2206823"/>
            <a:ext cx="1447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sell.html (Snippet)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1009650" y="3267967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id="sellBikeForm": The primary hook for all JavaScript interaction.</a:t>
            </a:r>
            <a:endParaRPr/>
          </a:p>
        </p:txBody>
      </p:sp>
      <p:sp>
        <p:nvSpPr>
          <p:cNvPr id="332" name="Google Shape;332;p27"/>
          <p:cNvSpPr txBox="1"/>
          <p:nvPr/>
        </p:nvSpPr>
        <p:spPr>
          <a:xfrm>
            <a:off x="1009650" y="4029967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type="number": Prevents non-numeric input for Price/Year.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1009650" y="4791967"/>
            <a:ext cx="48006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required and min/max: Browser-native constraint validation, providing immediate user feedback.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5. The Seller Form (sell.html) - Deep Dive</a:t>
            </a:r>
            <a:endParaRPr/>
          </a:p>
        </p:txBody>
      </p:sp>
      <p:sp>
        <p:nvSpPr>
          <p:cNvPr id="335" name="Google Shape;335;p27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3060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40680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483006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/>
          <p:nvPr/>
        </p:nvSpPr>
        <p:spPr>
          <a:xfrm>
            <a:off x="876300" y="2102197"/>
            <a:ext cx="10439400" cy="4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!DOCTYPE html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lang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charset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"UTF-8"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&gt;Sell Your Bike - BikeBecho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"stylesheet"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"styles.css"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h1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&gt;Register Your Bike to Sell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h1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"index.html"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&gt;Home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"list.html"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&gt;View Listed Bikes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href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"sell.html"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&gt;Sell Your Bike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header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"container"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"form-content"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&gt;Fill in the details to list your bike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"sellBikeForm"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"#"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method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"POST"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"make"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&gt;Bike Make: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"text"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"make"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required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"year"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&gt;Manufacturing Year: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"number"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"year"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"1990"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"2025"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required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"price"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&gt;Expected Selling Price (₹):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label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"number"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"price"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"1"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required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</a:t>
            </a:r>
            <a:endParaRPr/>
          </a:p>
        </p:txBody>
      </p:sp>
      <p:sp>
        <p:nvSpPr>
          <p:cNvPr id="347" name="Google Shape;347;p28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1495425" y="1635475"/>
            <a:ext cx="1139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sell.html</a:t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676275" y="374451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sell.html</a:t>
            </a:r>
            <a:endParaRPr/>
          </a:p>
        </p:txBody>
      </p:sp>
      <p:sp>
        <p:nvSpPr>
          <p:cNvPr id="352" name="Google Shape;352;p28"/>
          <p:cNvSpPr/>
          <p:nvPr/>
        </p:nvSpPr>
        <p:spPr>
          <a:xfrm>
            <a:off x="676275" y="1044922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1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1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9"/>
          <p:cNvSpPr txBox="1"/>
          <p:nvPr/>
        </p:nvSpPr>
        <p:spPr>
          <a:xfrm>
            <a:off x="876300" y="2102197"/>
            <a:ext cx="10439400" cy="15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"submit"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"List My Bike Now"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"formMessage"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9CDC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"message-box"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div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&gt;© 2025 BikeBecho.com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footer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&lt;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/* JS Logic Here */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html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61" name="Google Shape;361;p29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1495425" y="1635475"/>
            <a:ext cx="916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sell.html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676275" y="374451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sell.html</a:t>
            </a:r>
            <a:endParaRPr/>
          </a:p>
        </p:txBody>
      </p:sp>
      <p:sp>
        <p:nvSpPr>
          <p:cNvPr id="366" name="Google Shape;366;p29"/>
          <p:cNvSpPr/>
          <p:nvPr/>
        </p:nvSpPr>
        <p:spPr>
          <a:xfrm>
            <a:off x="676275" y="1044922"/>
            <a:ext cx="108396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2048"/>
            <a:ext cx="51339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11573"/>
            <a:ext cx="51149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0"/>
          <p:cNvSpPr txBox="1"/>
          <p:nvPr/>
        </p:nvSpPr>
        <p:spPr>
          <a:xfrm>
            <a:off x="676275" y="2081212"/>
            <a:ext cx="53906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Logic Breakdown</a:t>
            </a:r>
            <a:endParaRPr/>
          </a:p>
        </p:txBody>
      </p:sp>
      <p:sp>
        <p:nvSpPr>
          <p:cNvPr id="375" name="Google Shape;375;p30"/>
          <p:cNvSpPr txBox="1"/>
          <p:nvPr/>
        </p:nvSpPr>
        <p:spPr>
          <a:xfrm>
            <a:off x="676275" y="2591692"/>
            <a:ext cx="51339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add interactivity to the form using a simple script at the bottom of sell.html.</a:t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676275" y="5515867"/>
            <a:ext cx="5133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↓ Full Code on Next Slide</a:t>
            </a:r>
            <a:endParaRPr/>
          </a:p>
        </p:txBody>
      </p:sp>
      <p:sp>
        <p:nvSpPr>
          <p:cNvPr id="377" name="Google Shape;377;p30"/>
          <p:cNvSpPr txBox="1"/>
          <p:nvPr/>
        </p:nvSpPr>
        <p:spPr>
          <a:xfrm>
            <a:off x="6581775" y="2673548"/>
            <a:ext cx="4733925" cy="92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document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.getElementById(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'sellBikeForm'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.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addEventListener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'submit'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(e)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e.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preventDefault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... Validation Logic ...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});</a:t>
            </a:r>
            <a:endParaRPr/>
          </a:p>
        </p:txBody>
      </p:sp>
      <p:sp>
        <p:nvSpPr>
          <p:cNvPr id="378" name="Google Shape;378;p30"/>
          <p:cNvSpPr/>
          <p:nvPr/>
        </p:nvSpPr>
        <p:spPr>
          <a:xfrm>
            <a:off x="65341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67246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6915150" y="223539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7200900" y="2206823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 Snippet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1009650" y="3363217"/>
            <a:ext cx="4800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Event Listener: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Listens for the submit event on the form.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1009650" y="3820417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e.preventDefault():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Stops the page reload so we can handle data via JS.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1009650" y="4572892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Validation Logic: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Checks if Year &gt; 2025 or Price &lt; 1000.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1009650" y="5020567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Feedback: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Displays dynamic success/error messages.</a:t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6. JavaScript Interactivity - Deep Dive</a:t>
            </a:r>
            <a:endParaRPr/>
          </a:p>
        </p:txBody>
      </p:sp>
      <p:sp>
        <p:nvSpPr>
          <p:cNvPr id="387" name="Google Shape;387;p30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4013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8585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46109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505866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1"/>
          <p:cNvSpPr txBox="1"/>
          <p:nvPr/>
        </p:nvSpPr>
        <p:spPr>
          <a:xfrm>
            <a:off x="876300" y="2102197"/>
            <a:ext cx="10439400" cy="43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&lt;/div&gt;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document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.getElementById(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'sellBikeForm'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addEventListener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'submit'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function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(event)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1. Prevent Default Submission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event.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preventDefault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2. Get Form Elements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form = event.target;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messageBox = 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document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.getElementById(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'formMessage'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isValid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errorMessage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3. Parse and Validate Values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year = 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parseInt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document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.getElementById(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'year'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).value);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mileage = 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parseInt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document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.getElementById(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'mileage'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).value);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price = 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parseInt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document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.getElementById(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'price'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).value);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(year &lt;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1990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|| year &gt;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2025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isValid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errorMessage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'Invalid Year (1990-2025).'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} 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 if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(mileage &lt;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isValid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errorMessage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'Mileage cannot be negative.'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} 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 if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(price &lt;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isValid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errorMessage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'Price must be at least ₹1,000.'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4. Display Feedback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(isValid)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messageBox.classList.remove(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'error-message'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messageBox.classList.add(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'success-message'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endParaRPr/>
          </a:p>
        </p:txBody>
      </p:sp>
      <p:sp>
        <p:nvSpPr>
          <p:cNvPr id="400" name="Google Shape;400;p31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1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 txBox="1"/>
          <p:nvPr/>
        </p:nvSpPr>
        <p:spPr>
          <a:xfrm>
            <a:off x="1495425" y="1635475"/>
            <a:ext cx="2555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sell.html (Script Tag)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676275" y="374451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JavaScript Block</a:t>
            </a:r>
            <a:endParaRPr/>
          </a:p>
        </p:txBody>
      </p:sp>
      <p:sp>
        <p:nvSpPr>
          <p:cNvPr id="405" name="Google Shape;405;p31"/>
          <p:cNvSpPr/>
          <p:nvPr/>
        </p:nvSpPr>
        <p:spPr>
          <a:xfrm>
            <a:off x="676275" y="1044922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530697"/>
            <a:ext cx="10839451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1540222"/>
            <a:ext cx="10820401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2"/>
          <p:cNvSpPr txBox="1"/>
          <p:nvPr/>
        </p:nvSpPr>
        <p:spPr>
          <a:xfrm>
            <a:off x="876300" y="2102197"/>
            <a:ext cx="10439400" cy="16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messageBox.innerHTML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'✅ Bike Successfully Registered!'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messageBox.style.display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'block'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form.</a:t>
            </a:r>
            <a:r>
              <a:rPr lang="en-US" sz="975" b="0" i="0" u="none" strike="noStrike" cap="none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reset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} </a:t>
            </a:r>
            <a:r>
              <a:rPr lang="en-US" sz="975" b="0" i="0" u="none" strike="noStrike" cap="none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messageBox.classList.remove(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'success-message'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messageBox.classList.add(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'error-message'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messageBox.innerHTML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'❌ Error: 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errorMessage;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messageBox.style.display = </a:t>
            </a:r>
            <a:r>
              <a:rPr lang="en-US" sz="975" b="0" i="0" u="none" strike="noStrike" cap="none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'block'</a:t>
            </a: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}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75" b="0" i="0" u="none" strike="noStrike" cap="non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});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414" name="Google Shape;414;p32"/>
          <p:cNvSpPr/>
          <p:nvPr/>
        </p:nvSpPr>
        <p:spPr>
          <a:xfrm>
            <a:off x="828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10191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1209675" y="16640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2"/>
          <p:cNvSpPr txBox="1"/>
          <p:nvPr/>
        </p:nvSpPr>
        <p:spPr>
          <a:xfrm>
            <a:off x="1495425" y="1635475"/>
            <a:ext cx="2555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sell.html (Script Tag)</a:t>
            </a:r>
            <a:endParaRPr/>
          </a:p>
        </p:txBody>
      </p:sp>
      <p:sp>
        <p:nvSpPr>
          <p:cNvPr id="418" name="Google Shape;418;p32"/>
          <p:cNvSpPr txBox="1"/>
          <p:nvPr/>
        </p:nvSpPr>
        <p:spPr>
          <a:xfrm>
            <a:off x="676275" y="374451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Full Source Code: </a:t>
            </a:r>
            <a:r>
              <a:rPr lang="en-US" sz="315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JavaScript Block</a:t>
            </a:r>
            <a:endParaRPr/>
          </a:p>
        </p:txBody>
      </p:sp>
      <p:sp>
        <p:nvSpPr>
          <p:cNvPr id="419" name="Google Shape;419;p32"/>
          <p:cNvSpPr/>
          <p:nvPr/>
        </p:nvSpPr>
        <p:spPr>
          <a:xfrm>
            <a:off x="676275" y="1044922"/>
            <a:ext cx="108396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9690" y="35041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37520" y="35041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351" y="35041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73181" y="35041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41012" y="350415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3"/>
          <p:cNvSpPr/>
          <p:nvPr/>
        </p:nvSpPr>
        <p:spPr>
          <a:xfrm>
            <a:off x="676275" y="4235648"/>
            <a:ext cx="10839450" cy="190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 txBox="1"/>
          <p:nvPr/>
        </p:nvSpPr>
        <p:spPr>
          <a:xfrm>
            <a:off x="622079" y="4028033"/>
            <a:ext cx="227622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endParaRPr/>
          </a:p>
        </p:txBody>
      </p:sp>
      <p:sp>
        <p:nvSpPr>
          <p:cNvPr id="432" name="Google Shape;432;p33"/>
          <p:cNvSpPr txBox="1"/>
          <p:nvPr/>
        </p:nvSpPr>
        <p:spPr>
          <a:xfrm>
            <a:off x="676275" y="4538513"/>
            <a:ext cx="21678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Node.js Server</a:t>
            </a:r>
            <a:endParaRPr/>
          </a:p>
        </p:txBody>
      </p:sp>
      <p:sp>
        <p:nvSpPr>
          <p:cNvPr id="433" name="Google Shape;433;p33"/>
          <p:cNvSpPr txBox="1"/>
          <p:nvPr/>
        </p:nvSpPr>
        <p:spPr>
          <a:xfrm>
            <a:off x="2789909" y="4028033"/>
            <a:ext cx="227622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Database</a:t>
            </a:r>
            <a:endParaRPr/>
          </a:p>
        </p:txBody>
      </p:sp>
      <p:sp>
        <p:nvSpPr>
          <p:cNvPr id="434" name="Google Shape;434;p33"/>
          <p:cNvSpPr txBox="1"/>
          <p:nvPr/>
        </p:nvSpPr>
        <p:spPr>
          <a:xfrm>
            <a:off x="2844105" y="4538513"/>
            <a:ext cx="21678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MongoDB Storage</a:t>
            </a:r>
            <a:endParaRPr/>
          </a:p>
        </p:txBody>
      </p:sp>
      <p:sp>
        <p:nvSpPr>
          <p:cNvPr id="435" name="Google Shape;435;p33"/>
          <p:cNvSpPr txBox="1"/>
          <p:nvPr/>
        </p:nvSpPr>
        <p:spPr>
          <a:xfrm>
            <a:off x="4957740" y="4028033"/>
            <a:ext cx="227622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Auth</a:t>
            </a: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5011935" y="4538513"/>
            <a:ext cx="21678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User Login</a:t>
            </a:r>
            <a:endParaRPr/>
          </a:p>
        </p:txBody>
      </p:sp>
      <p:sp>
        <p:nvSpPr>
          <p:cNvPr id="437" name="Google Shape;437;p33"/>
          <p:cNvSpPr txBox="1"/>
          <p:nvPr/>
        </p:nvSpPr>
        <p:spPr>
          <a:xfrm>
            <a:off x="7125570" y="4028033"/>
            <a:ext cx="227622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Payments</a:t>
            </a:r>
            <a:endParaRPr/>
          </a:p>
        </p:txBody>
      </p:sp>
      <p:sp>
        <p:nvSpPr>
          <p:cNvPr id="438" name="Google Shape;438;p33"/>
          <p:cNvSpPr txBox="1"/>
          <p:nvPr/>
        </p:nvSpPr>
        <p:spPr>
          <a:xfrm>
            <a:off x="7179766" y="4538513"/>
            <a:ext cx="21678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Secure Checkout</a:t>
            </a:r>
            <a:endParaRPr/>
          </a:p>
        </p:txBody>
      </p:sp>
      <p:sp>
        <p:nvSpPr>
          <p:cNvPr id="439" name="Google Shape;439;p33"/>
          <p:cNvSpPr txBox="1"/>
          <p:nvPr/>
        </p:nvSpPr>
        <p:spPr>
          <a:xfrm>
            <a:off x="9293401" y="4028033"/>
            <a:ext cx="227622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C107"/>
                </a:solidFill>
                <a:latin typeface="Urbanist"/>
                <a:ea typeface="Urbanist"/>
                <a:cs typeface="Urbanist"/>
                <a:sym typeface="Urbanist"/>
              </a:rPr>
              <a:t>Live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9347596" y="4538513"/>
            <a:ext cx="216783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Cloud Deploy</a:t>
            </a:r>
            <a:endParaRPr/>
          </a:p>
        </p:txBody>
      </p:sp>
      <p:sp>
        <p:nvSpPr>
          <p:cNvPr id="441" name="Google Shape;441;p33"/>
          <p:cNvSpPr txBox="1"/>
          <p:nvPr/>
        </p:nvSpPr>
        <p:spPr>
          <a:xfrm>
            <a:off x="676275" y="485775"/>
            <a:ext cx="11381422" cy="48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/>
          </a:p>
        </p:txBody>
      </p:sp>
      <p:sp>
        <p:nvSpPr>
          <p:cNvPr id="442" name="Google Shape;442;p33"/>
          <p:cNvSpPr/>
          <p:nvPr/>
        </p:nvSpPr>
        <p:spPr>
          <a:xfrm>
            <a:off x="676275" y="1156245"/>
            <a:ext cx="10839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4"/>
          <p:cNvSpPr txBox="1"/>
          <p:nvPr/>
        </p:nvSpPr>
        <p:spPr>
          <a:xfrm>
            <a:off x="1958834" y="2045902"/>
            <a:ext cx="7251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7BFF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  <p:sp>
        <p:nvSpPr>
          <p:cNvPr id="449" name="Google Shape;449;p34"/>
          <p:cNvSpPr txBox="1"/>
          <p:nvPr/>
        </p:nvSpPr>
        <p:spPr>
          <a:xfrm>
            <a:off x="2485425" y="3111698"/>
            <a:ext cx="690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BikeBecho project demonstrates the power of fundamental web technologies.</a:t>
            </a:r>
            <a:endParaRPr/>
          </a:p>
        </p:txBody>
      </p:sp>
      <p:sp>
        <p:nvSpPr>
          <p:cNvPr id="450" name="Google Shape;450;p34"/>
          <p:cNvSpPr txBox="1"/>
          <p:nvPr/>
        </p:nvSpPr>
        <p:spPr>
          <a:xfrm>
            <a:off x="2367463" y="3807023"/>
            <a:ext cx="690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451" name="Google Shape;451;p34"/>
          <p:cNvSpPr txBox="1"/>
          <p:nvPr/>
        </p:nvSpPr>
        <p:spPr>
          <a:xfrm>
            <a:off x="2131475" y="4483298"/>
            <a:ext cx="690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https://github.com/rohitsingh-devops/web-app.git</a:t>
            </a:r>
            <a:endParaRPr/>
          </a:p>
        </p:txBody>
      </p:sp>
      <p:pic>
        <p:nvPicPr>
          <p:cNvPr id="452" name="Google Shape;45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6075" y="4502348"/>
            <a:ext cx="2190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3713</Words>
  <Application>Microsoft Office PowerPoint</Application>
  <PresentationFormat>Widescreen</PresentationFormat>
  <Paragraphs>121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Urbanist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</cp:revision>
  <dcterms:modified xsi:type="dcterms:W3CDTF">2025-11-26T04:12:58Z</dcterms:modified>
</cp:coreProperties>
</file>